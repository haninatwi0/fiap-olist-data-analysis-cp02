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0"/>
            <a:ext cx="9144000" cy="4515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00">
                <a:solidFill>
                  <a:schemeClr val="lt1"/>
                </a:solidFill>
              </a:rPr>
              <a:t>Olist marketplace apresentou forte crescimento no volume de pedidos. 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-68400" y="465750"/>
            <a:ext cx="43308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F2F2F"/>
                </a:solidFill>
              </a:rPr>
              <a:t>Número de Pedidos Aumentou Significativamente.</a:t>
            </a:r>
            <a:endParaRPr b="1" sz="1200">
              <a:solidFill>
                <a:srgbClr val="2F2F2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3C3C"/>
                </a:solidFill>
              </a:rPr>
              <a:t>O marketplace registrou 99.441 pedidos durante o período analisado. A quantidade de pedidos apresentou crescimento significativo entre 2016 e 2018, indicando expansão da operação da plataforma. </a:t>
            </a:r>
            <a:endParaRPr sz="1000">
              <a:solidFill>
                <a:srgbClr val="3C3C3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-68400" y="1172925"/>
            <a:ext cx="255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C3C3C"/>
                </a:solidFill>
              </a:rPr>
              <a:t>Principais indicadores </a:t>
            </a:r>
            <a:endParaRPr b="1" sz="1200">
              <a:solidFill>
                <a:srgbClr val="3C3C3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Pedidos realizados: 99.441.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Receita total: R$ 16.008.872,12.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Ticket médio por pedido: R$ 160,99.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19525"/>
            <a:ext cx="4693500" cy="313755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693500" y="465750"/>
            <a:ext cx="445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C3C3C"/>
                </a:solidFill>
              </a:rPr>
              <a:t>As Categorias Apresentam Diferentes Niveis de Receita.</a:t>
            </a:r>
            <a:endParaRPr b="1" sz="1200">
              <a:solidFill>
                <a:srgbClr val="3C3C3C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8596" y="919875"/>
            <a:ext cx="4260328" cy="254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4693500" y="660750"/>
            <a:ext cx="41079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3C3C"/>
                </a:solidFill>
              </a:rPr>
              <a:t>A receita está concentrada em determinadas categorias.</a:t>
            </a:r>
            <a:endParaRPr sz="1000">
              <a:solidFill>
                <a:srgbClr val="3C3C3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693500" y="3546250"/>
            <a:ext cx="4450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C3C3C"/>
                </a:solidFill>
              </a:rPr>
              <a:t>Principais Oportunidades</a:t>
            </a:r>
            <a:endParaRPr b="1" sz="1200">
              <a:solidFill>
                <a:srgbClr val="3C3C3C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00"/>
              <a:buChar char="●"/>
            </a:pPr>
            <a:r>
              <a:rPr b="1" lang="en" sz="1000">
                <a:solidFill>
                  <a:srgbClr val="3C3C3C"/>
                </a:solidFill>
              </a:rPr>
              <a:t>Acompanhar o crescimento da demanda: </a:t>
            </a:r>
            <a:r>
              <a:rPr lang="en" sz="1000">
                <a:solidFill>
                  <a:srgbClr val="3C3C3C"/>
                </a:solidFill>
              </a:rPr>
              <a:t>O aumento dos pedidos exige atenção à capacidade operacional e logística. </a:t>
            </a:r>
            <a:endParaRPr sz="1000">
              <a:solidFill>
                <a:srgbClr val="3C3C3C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00"/>
              <a:buChar char="●"/>
            </a:pPr>
            <a:r>
              <a:rPr b="1" lang="en" sz="1000">
                <a:solidFill>
                  <a:srgbClr val="3C3C3C"/>
                </a:solidFill>
              </a:rPr>
              <a:t>Priorizar categorias de maior receita:</a:t>
            </a:r>
            <a:r>
              <a:rPr lang="en" sz="1000">
                <a:solidFill>
                  <a:srgbClr val="3C3C3C"/>
                </a:solidFill>
              </a:rPr>
              <a:t> As diferenças de receita entre categorias podem ajudar na definição de estratégias comerciais.</a:t>
            </a:r>
            <a:endParaRPr sz="1000">
              <a:solidFill>
                <a:srgbClr val="3C3C3C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00"/>
              <a:buChar char="●"/>
            </a:pPr>
            <a:r>
              <a:rPr b="1" lang="en" sz="1000">
                <a:solidFill>
                  <a:srgbClr val="3C3C3C"/>
                </a:solidFill>
              </a:rPr>
              <a:t>Monitorar o ticket médio: </a:t>
            </a:r>
            <a:r>
              <a:rPr lang="en" sz="1000">
                <a:solidFill>
                  <a:srgbClr val="3C3C3C"/>
                </a:solidFill>
              </a:rPr>
              <a:t>O valor médio de R$160,99 fornece uma referência para acompanhar o comportamento financeiro dos pedidos.</a:t>
            </a:r>
            <a:endParaRPr sz="1000">
              <a:solidFill>
                <a:srgbClr val="3C3C3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C3C3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C3C3C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0" y="4890125"/>
            <a:ext cx="231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Fonte: Dataset Olist (2016-2018).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